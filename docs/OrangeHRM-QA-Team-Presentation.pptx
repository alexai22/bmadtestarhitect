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OrangeHRM Automation  ·  QA Team Walkthrough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73152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7373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OrangeHRM Test Automation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EAD33"/>
                </a:solidFill>
              </a:rPr>
              <a:t>A QA Team Walkthrough — how it works &amp; how to use it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4389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Playwright · TypeScript · Page Object Model · GitHub Actions CI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Presented by the Test Engineering Architect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Matters to Us (QA)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</a:rPr>
              <a:t>Repeatable, fast regression — no more manual click-through of login/admin flows.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Stable, low-flake tests: zero hard waits, auto-waiting on real app state.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Clear priorities: P0/P1 tags tell us what must pass before we ship.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A single, objective "ready to ship?" signal — the release gate.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Easy to extend: add a scenario in minutes using the page objects.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Runs in CI on every push/PR — failures caught before merge, not in prod.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Repo at a Glance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2EA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28016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7A23"/>
                </a:solidFill>
              </a:rPr>
              <a:t>17   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tests (14 active, 3 ATDD)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217920" y="128016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2EAD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0" y="128016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7A23"/>
                </a:solidFill>
              </a:rPr>
              <a:t>5   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spec files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2EAD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4320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7A23"/>
                </a:solidFill>
              </a:rPr>
              <a:t>3   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page objects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217920" y="274320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2EAD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74320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7A23"/>
                </a:solidFill>
              </a:rPr>
              <a:t>4   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features covered (login, logout, dashboard, admin)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40080" y="4389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All green in CI on GitHub Actions (2 shards + smoke; burn-in on PRs).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Structure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754880"/>
          </a:xfrm>
          <a:prstGeom prst="roundRect">
            <a:avLst>
              <a:gd name="adj" fmla="val 1154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353312"/>
            <a:ext cx="10515600" cy="4425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e2e/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auth/       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login.spec.ts · login-atdd.spec.ts · logout.spec.ts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dashboard/  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dashboard.spec.ts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admin/      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admin.spec.ts  (System Users)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fixtures/     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auth.fixture.ts  (authenticatedPage)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support/page-objects/ 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LoginPage · DashboardPage · AdminPage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           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TEA artifacts (design, review, NFR, gate, ...)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.github/workflows/test.yml  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 pipeline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playwright.config.ts        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baseURL, projects, traces
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Is Built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7A23"/>
                </a:solidFill>
              </a:rPr>
              <a:t>Page Object Model</a:t>
            </a:r>
            <a:endParaRPr lang="en-US" sz="1500" dirty="0"/>
          </a:p>
          <a:p>
            <a:pPr lvl="1" marL="4064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Each page (Login, Dashboard, Admin) wraps its locators + actions. Specs read like English.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7A23"/>
                </a:solidFill>
              </a:rPr>
              <a:t>authenticatedPage fixture</a:t>
            </a:r>
            <a:endParaRPr lang="en-US" sz="1500" dirty="0"/>
          </a:p>
          <a:p>
            <a:pPr lvl="1" marL="4064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Logs in for you in an isolated context — your test starts on the dashboard.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7A23"/>
                </a:solidFill>
              </a:rPr>
              <a:t>Role-based selectors only</a:t>
            </a:r>
            <a:endParaRPr lang="en-US" sz="1500" dirty="0"/>
          </a:p>
          <a:p>
            <a:pPr lvl="1" marL="4064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getByRole / getByLabel / getByPlaceholder — survive CSS/markup changes.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7A23"/>
                </a:solidFill>
              </a:rPr>
              <a:t>Network-first waits</a:t>
            </a:r>
            <a:endParaRPr lang="en-US" sz="1500" dirty="0"/>
          </a:p>
          <a:p>
            <a:pPr lvl="1" marL="4064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waitForURL / waitForResponse / expect().toBeVisible() — never sleep().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Quality Standards (Non-Negotiable)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CFDF5"/>
          </a:solidFill>
          <a:ln w="15240">
            <a:solidFill>
              <a:srgbClr val="2EA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25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7A23"/>
                </a:solidFill>
              </a:rPr>
              <a:t>DO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Use the page objects for all UI actions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Use getByRole / getByLabel / getByPlaceholder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Wait on URL / response / visibility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Tag critical paths @smoke; note // P0 // P1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Keep tests self-contained &amp; under 300 lines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Write clear assertion messages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09360" y="118872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FEF2F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325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DON'T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0" y="173736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No waitForTimeout / hard sleeps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No CSS or XPath selectors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No if/else flow control in tests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No shared state between tests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No copy-pasted locators (put them in the POM)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It Locally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3017520"/>
          </a:xfrm>
          <a:prstGeom prst="roundRect">
            <a:avLst>
              <a:gd name="adj" fmla="val 1818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353312"/>
            <a:ext cx="10515600" cy="2688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one-time setup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install chromium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# full suite, headless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test:smoke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only @smoke (fast)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test:chrome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real Chrome, slowed down to watch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test:report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open the HTML report
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4389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Credentials (Admin / admin123) work out of the box — no .env needed for the public demo.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Writing Your First Test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10972800" cy="4114800"/>
          </a:xfrm>
          <a:prstGeom prst="roundRect">
            <a:avLst>
              <a:gd name="adj" fmla="val 1333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307592"/>
            <a:ext cx="10515600" cy="3785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test, expect }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'../../fixtures/auth.fixture.js'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AdminPage }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'../../support/page-objects/AdminPage.js'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'search finds the Admin user'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({ authenticatedPage }) =&gt; {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admin =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AdminPage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(authenticatedPage);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admin.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goto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admin.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searchByUsername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'Admin'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network-first assertion — waits, no sleep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(admin.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cell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'Admin'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)).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toBeVisible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
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The fixture logs you in; the page object hides the locators. You focus on the scenario.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Priorities &amp; Tags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</a:rPr>
              <a:t>Risk = probability × impact → P0 (critical) … P3 (low).</a:t>
            </a:r>
            <a:endParaRPr lang="en-US" sz="1500" dirty="0"/>
          </a:p>
          <a:p>
            <a:pPr lvl="1" marL="4064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DC2626"/>
                </a:solidFill>
              </a:rPr>
              <a:t>P0 — login, validation, dashboard, logout. Must be 100% green to ship.</a:t>
            </a:r>
            <a:endParaRPr lang="en-US" sz="1500" dirty="0"/>
          </a:p>
          <a:p>
            <a:pPr lvl="1" marL="4064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D97706"/>
                </a:solidFill>
              </a:rPr>
              <a:t>P1 — wrong password, forgot-pw, nav items, admin search. Target ≥ 90%.</a:t>
            </a:r>
            <a:endParaRPr lang="en-US" sz="1500" dirty="0"/>
          </a:p>
          <a:p>
            <a:pPr lvl="1" marL="4064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P2 — page-load NFR, no-records, reset. Target ≥ 50%.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Tag the smoke-critical ones @smoke — they run on every push and gate fast.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Add an inline // P0 / // P1 comment so reviewers see intent.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Runs in CI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</a:rPr>
              <a:t>On every push to main:</a:t>
            </a:r>
            <a:endParaRPr lang="en-US" sz="1500" dirty="0"/>
          </a:p>
          <a:p>
            <a:pPr lvl="1" marL="4064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test (2 parallel shards) + smoke (@smoke only)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</a:rPr>
              <a:t>On every pull request:</a:t>
            </a:r>
            <a:endParaRPr lang="en-US" sz="1500" dirty="0"/>
          </a:p>
          <a:p>
            <a:pPr lvl="1" marL="4064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test (2 shards) + burn-in (suite ×3 to catch flakiness before merge)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</a:rPr>
              <a:t>Nightly at 02:00 UTC:</a:t>
            </a:r>
            <a:endParaRPr lang="en-US" sz="1500" dirty="0"/>
          </a:p>
          <a:p>
            <a:pPr lvl="1" marL="4064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full suite as a health/uptime canary for the demo site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7A23"/>
                </a:solidFill>
              </a:rPr>
              <a:t>HTML report + traces + screenshots uploaded as artifacts (7 days).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Debugging a Failure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</a:rPr>
              <a:t>Read the error + assertion message first — they say what was expected.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Open the HTML report:  </a:t>
            </a:r>
            <a:endParaRPr lang="en-US" sz="1500" dirty="0"/>
          </a:p>
          <a:p>
            <a:pPr lvl="1" marL="4064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npm run test:report — step timeline, DOM snapshots, network.</a:t>
            </a:r>
            <a:endParaRPr lang="en-US" sz="1500" dirty="0"/>
          </a:p>
          <a:p>
            <a:pPr lvl="1" marL="4064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Trace on retry: drag the trace.zip into trace.playwright.dev for a time-travel view.</a:t>
            </a:r>
            <a:endParaRPr lang="en-US" sz="1500" dirty="0"/>
          </a:p>
          <a:p>
            <a:pPr lvl="1" marL="4064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Screenshot on failure is auto-saved under test-results/.</a:t>
            </a:r>
            <a:endParaRPr lang="en-US" sz="1500" dirty="0"/>
          </a:p>
          <a:p>
            <a:pPr lvl="1" marL="4064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Watch it live:  npm run test:chrome  (real Chrome, slowed down).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D97706"/>
                </a:solidFill>
              </a:rPr>
              <a:t>Is it the demo site? Re-run; CI retries twice. Flaky externally ≠ our bug.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Coverage &amp; the Release Gate</a:t>
            </a:r>
            <a:endParaRPr lang="en-US" sz="2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280160"/>
          <a:ext cx="10515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108960"/>
                <a:gridCol w="2377440"/>
                <a:gridCol w="28346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Priority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Covered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Target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P0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6 / 6 (100%)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P1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6 / 7 (85.7%)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≥ 90%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CONCERNS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P2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≥ 50%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3383280"/>
            <a:ext cx="10972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Gate today: CONCERNS — one P1 (session-not-persisted) is an ATDD scaffold awaiting activation.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Activating it → P1 hits 100% → gate becomes PASS.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Test Review score: 92.7 / 100. NFRs: Perf/Reliability/Maintainability PASS.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 Plan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1. Run the smoke suite — green in seconds (npm run test:smoke).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2. Watch a login + admin search in real Chrome (npm run test:chrome).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3. Open the HTML report — walk a passing test’s timeline.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4. Break a selector on purpose → show the failure + screenshot + trace.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5. Write a tiny new test together using a page object.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6. Show the CI run on GitHub (shards, smoke, artifacts).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08960"/>
            <a:ext cx="12188952" cy="73152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Questions?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EAD33"/>
                </a:solidFill>
              </a:rPr>
              <a:t>Let’s add your next test together.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Repo:  github.com/AlexAI22/BMadTestArhitect
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Start here:  docs/tea-academy-summary.md  ·  README.md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QA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OrangeHRM Test Automation — QA Team Walkthrough</dc:title>
  <dc:subject>PptxGenJS Presentation</dc:subject>
  <dc:creator>Test Engineering Architect</dc:creator>
  <cp:lastModifiedBy>Test Engineering Architect</cp:lastModifiedBy>
  <cp:revision>1</cp:revision>
  <dcterms:created xsi:type="dcterms:W3CDTF">2026-06-18T13:13:08Z</dcterms:created>
  <dcterms:modified xsi:type="dcterms:W3CDTF">2026-06-18T13:13:08Z</dcterms:modified>
</cp:coreProperties>
</file>