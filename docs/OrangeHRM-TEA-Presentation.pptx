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OrangeHRM TEA Demo  ·  Playwright + TypeScript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OrangeHRM Test Automation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AD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Production-Ready Demo Built on the BMad Method TEA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Playwright  ·  TypeScript  ·  MCP browser automation  ·  GitHub Actions CI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Presented by the Test Engineering Architect (TEA)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Why test architecture? The challenge &amp; the TEA approach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 9 TEA core workflows and their artifacts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Technical stack &amp; framework architecture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Risk-based test design (P0–P3)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Coverage, traceability &amp; the release gate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CI/CD pipeline: shards, smoke &amp; burn-in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Real defects we caught — and what they taught 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How to run it &amp; roadmap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Test automation often grows ad-hoc: flaky tests, no priorities, no clear "ready to ship" signal.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Common pain points: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Hard waits (sleep) → slow, brittle suites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Fragile CSS/XPath selectors that break on every UI tweak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No link between requirements, tests, and the go/no-go decision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Quality is "felt", not measured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TEA answers: treat testing as an architecture discipline — risk-driven, evidence-based, gated.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TEA?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676656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Test Engineering Architect — a BMad Method discipline.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Testing as an engineering architecture, not an afterthought.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 repeatable set of workflows: teach → design → scaffold → CI → ATDD → automate → review → NFR audit → trace &amp; gate.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Every workflow emits a concrete, auditable artifact.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Decisions are driven by risk and backed by evidence.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19050">
            <a:solidFill>
              <a:srgbClr val="2EA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This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SUT: OrangeHRM demo site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17 tests (14 active, 3 ATDD)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5 spec files, 3 page objects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9 docs artifacts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Green CI on GitHub Actions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Stack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Choice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Test runner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Playwright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Auto-waiting, tracing, parallelism, sharding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Language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TypeScript (strict)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Type safety, maintainable page objects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Browser automation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MCP mode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AI agent authors/maintains tests on a live session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Pattern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Page Object 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Selectors centralized, specs stay declarative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CI/CD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GitHub Actions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2 shards + smoke + nightly + burn-in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Reporting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HTML + list + traces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Human-readable + debuggable failures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Page Object Model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LoginPage · DashboardPage · AdminPage — all UI access flows through them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Role-based selectors only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getByRole / getByLabel / getByPlaceholder — no CSS, no XPath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Isolated-context auth fixture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authenticatedPage logs in per test in its own context — resilient to demo session expiry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Network-first synchronization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waitForURL, waitForResponse, web-first expect() — zero hard waits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Risk-Based Test Design (P0–P3)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Priority = probability × impact. Coverage targets per band.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1097280"/>
                <a:gridCol w="47548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Band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Target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Examples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P0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Critical — entry point, security, core state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Valid/invalid login, empty fields, dashboard, logout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P1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High — common failures, recovery, discoverability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≥ 90%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Wrong password, forgot-pw, nav items, admin search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P2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Medium — NFRs &amp; secondary behaviour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≥ 50%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Page load &lt; 3s, no-records, reset filter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P3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Low — cosmetic / rare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≥ 20%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(none in scope)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9 TEA Workflows → Artifacts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6583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Workflow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Output artifact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Teach Me Testing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docs/tea-academy-summary.md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Framework Setup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Config, POMs, auth fixture, scaffold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Test Design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docs/test-design-qa.md (P0–P3)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CI/CD Integration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.github/workflows/test.yml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ATDD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login-atdd.spec.ts + checklist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Automate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login / logout / dashboard / admin specs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Test Review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docs/test-review-report.md (92.7/100)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NFR Evidence Audit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docs/nfr-assessment.md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Requirements Tracing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</a:rPr>
                        <a:t>traceability-matrix.md + gate-decision.md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&amp; Traceability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Every scenario carries a REQ ID: Design → Test → Trace matrix → Gate.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16 requirements mapped to test files &amp; line numbers.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320040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Priority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Required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Covered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Target met?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6 active (7 authored)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85.7%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CONCERNS band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2 full + 1 NFR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</a:rPr>
              <a:t>REQ-11 (session-not-persisted) is authored but deferred to ATDD → keeps gate honest at CONCERNS.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 (GitHub Actions)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Triggers: push to main · pull request · nightly 02:00 UTC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test — full suite across 2 parallel shards (matrix)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smoke — only @smoke tests on every push (fast signal)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burn-in — runs the suite 3× on PRs to detect flakiness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npm + Playwright browser caching; HTML report &amp; traces as artifacts (7-day retention)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Headless chromium only on CI — the headed Chrome project is local-only (no display on runners).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Quality Standards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No waitForTimeout / hard waits — network-first only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No CSS / XPath — role / label / placeholder selectors only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No if/else flow control in test bodies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Page Object Model for all UI interaction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Parallel-safe, self-contained tests that clean up after themselves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Explicit assertions with clear failure messages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7A23"/>
                </a:solidFill>
              </a:rPr>
              <a:t>Every test file &lt; 300 lines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Release Gate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7A23"/>
                </a:solidFill>
              </a:rPr>
              <a:t>14</a:t>
            </a:r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  passed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 skipped (ATDD) · 0 failed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325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</a:rPr>
              <a:t>92.7</a:t>
            </a:r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 / 100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97680" y="2057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Test Review score → PASS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0" y="11887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371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CONCERNS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5528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Gate: P0 100%, P1 85.7%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TEA gate rules: PASS if P0=100% &amp; P1≥90% &amp; Overall≥80%; CONCERNS if P1 80–89%.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Performance, Reliability &amp; Maintainability NFRs: PASS. Security: CONCERNS (deep session checks deferred).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Path to PASS: activate the 3 ATDD scaffolds → P1 reaches 100%.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Defects We Caught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</a:rPr>
              <a:t>1. Wrong textbox in Admin search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 sidebar menu "Search" was the first textbox — searches never filtered. Fixed by targeting the correct field; verified against the live DOM.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</a:rPr>
              <a:t>2. Race condition in the reset test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Read the record count before the grid re-rendered (exposed by slowMo). Fixed with web-first settled-state assertions.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D97706"/>
                </a:solidFill>
              </a:rPr>
              <a:t>3. Headed Chrome broke CI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 headed browser can’t launch on a CI runner (no display). Fixed by making the Chrome project local-only.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7A23"/>
                </a:solidFill>
              </a:rPr>
              <a:t>Lesson: run at multiple speeds, inspect real state, and treat CI as a distinct environment.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3200400"/>
          </a:xfrm>
          <a:prstGeom prst="roundRect">
            <a:avLst>
              <a:gd name="adj" fmla="val 2286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424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setup
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
npx playwright install chromium
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
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         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suite (headless)
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test:smoke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@smoke tests
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test:chrome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 Chrome, watchable
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test:report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HTML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Public demo credentials (Admin / admin123) work out of the box; override via .env or CI secrets.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Activate the 3 ATDD scaffolds (session cookie, redirect guard, reset page) → lift gate to PASS.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Expand HR coverage: PIM, Leave, Time modules.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Cross-browser matrix (Firefox, WebKit) behind a CI flag.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Add a dedicated performance assertion for the &lt; 3s page-load NFR.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Visual regression snapshots for key pages.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AD33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Repo: github.com/AlexAI22/BMadTestArhitect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BMad Method — TEA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OrangeHRM Test Automation — TEA Framework Demo</dc:title>
  <dc:subject>PptxGenJS Presentation</dc:subject>
  <dc:creator>Test Engineering Architect</dc:creator>
  <cp:lastModifiedBy>Test Engineering Architect</cp:lastModifiedBy>
  <cp:revision>1</cp:revision>
  <dcterms:created xsi:type="dcterms:W3CDTF">2026-06-18T12:43:16Z</dcterms:created>
  <dcterms:modified xsi:type="dcterms:W3CDTF">2026-06-18T12:43:16Z</dcterms:modified>
</cp:coreProperties>
</file>