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TEA Workflows Deep Dive  ·  OrangeHRM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9 TEA Core Workflows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AD33"/>
                </a:solidFill>
              </a:rPr>
              <a:t>A Workflow-by-Workflow Deep Dive + Advantages &amp; Disadvantages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Grounded in the OrangeHRM Playwright + TypeScript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Test Engineering Architect (TEA) · BMad Method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TEA — and the 9 Workflows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</a:rPr>
              <a:t>TEA = Test Engineering Architect: testing as an architecture discipline.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Run as an ordered pipeline; each workflow produces one auditable artifact.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Teach Me Testing (TMT)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23774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Test Design (TD)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237744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ATDD (AT)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Framework Setup (TF)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347472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CI/CD Integration (CI)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47472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Automate (TA)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Test Review (RV)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45720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4572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NFR Evidence Audit (NR)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5720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EAD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4572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Requirements Tracing (TR)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1 — Teach Me Testing (TMT)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7A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 condensed onboarding primer — the 7 TEA Academy sessions distilled and adapted to this project so anyone cloning the repo ramps up fast.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Covers: what TEA is, risk-based testing, fixtures &amp; network-first, test design, ATDD + Automate, review + trace, and 5 advanced patterns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Acts as the "read me first" for new contributors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Links every concept to the concrete file that implements 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23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docs/tea-academy-summary.md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2 — Framework Setup (TF)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7A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Scaffolds a production-ready Playwright + TypeScript framework with the conventions every later workflow depends 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playwright.config.ts: baseURL, chromium headless, retries (2 on CI), traces/screenshots on failure, HTML + list reporters, MCP note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Page Object Model: LoginPage · DashboardPage · AdminPage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authenticatedPage fixture, TypeScript strict, .env.example, .nvmrc (Node 20), README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23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playwright.config.ts · tests/support/page-objects · tests/fixtures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3 — Test Design (TD)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7A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Turns prioritized risk (probability × impact → P0–P3) into concrete, traceable scenarios with explicit acceptance criteria and NFR thresholds — before code.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16 scenarios (REQ-01…REQ-16) scored and justified across login, dashboard, admin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NFR thresholds: login page load &lt; 3s, login response &lt; 2s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Sprint-0 setup checklist + known risks (demo flakiness, shared credentials)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23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docs/test-design-qa.md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4 — CI/CD Integration (CI)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7A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Wires the suite into GitHub Actions so quality signals run automatically and continuously.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Triggers: push to main · pull request · nightly 02:00 UTC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Jobs: test (2 shards) · smoke (@smoke on push) · burn-in (3× on PRs for flakiness)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npm + Playwright browser caching; HTML report &amp; traces uploaded as artifacts (7-day retention)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23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.github/workflows/test.yml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5 — ATDD (AT)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Acceptance Test-Driven Development: write the acceptance test FIRST, in a failing/red state, so the criterion is unambiguous before implementation.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3 red-phase scaffolds (test.skip) with FULL assertion logic — not placeholders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Covers: forgot-password reset page, session cookie cleared, protected-route redirect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Tracked with owner &amp; effort in an activation checklist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tests/e2e/auth/login-atdd.spec.ts · docs/atdd-implementation-checklist.md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6 — Automate (TA)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F7A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Delivers green, durable tests for behaviour that already exists — the bulk of working coverage.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23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login · logout · dashboard · admin specs covering all P0/P1 scenarios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Page Object Model, role/label/placeholder selectors, network-first waits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14 tests passing; parallel-safe and self-contained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23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tests/e2e/**/*.spec.ts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7 — Test Review (RV)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7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An objective, scored quality audit of every test against TEA standards — a gate input, not a vibe check.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Dimensions: Determinism 30% · Isolation 30% · Maintainability 25% · Performance 15%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Per-file findings with severity and recommendations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Weighted overall: 92.7 / 100 → PASS (gate threshold ≥ 80)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docs/test-review-report.md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8 — NFR Evidence Audit (NR)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Assesses non-functional requirements against thresholds, backed by evidence (trace timings, burn-in, code review).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Performance: page load &lt; 3s, login &lt; 2s → PASS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Reliability (burn-in) &amp; Maintainability (POM, &lt;300 lines) → PASS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Security (limited demo): empty-field &amp; generic-error checks → CONCERNS (deep session checks deferred)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docs/nfr-assessment.md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9 — Requirements Tracing (TR)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143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Maps every scenario to its test, then renders a go/no-go release gate from explicit rules — the auditable "are we safe to ship?" answer.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 this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Phase 1: traceability matrix (REQ → file:line, coverage %)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Phase 2: gate decision — P0 100%, P1 85.7% → CONCERNS (PASS once REQ-11 activates)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Coverage: P0 100%, P2 100%; accepted risks &amp; approvals recorded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Artifact: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docs/traceability-matrix.md · docs/gate-decision.md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 of the TEA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7A23"/>
                </a:solidFill>
              </a:rPr>
              <a:t>Risk-driven focus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P0–P3 prioritization spends effort where failure hurts most; P0 must be 100%.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7A23"/>
                </a:solidFill>
              </a:rPr>
              <a:t>Full traceability &amp; auditability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REQ → test → matrix → gate; every claim is backed by an artifact.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7A23"/>
                </a:solidFill>
              </a:rPr>
              <a:t>Evidence-based release gate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Go/no-go is objective and repeatable, not a judgement call.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7A23"/>
                </a:solidFill>
              </a:rPr>
              <a:t>Low flake, high maintainability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No hard waits, role selectors, POM, network-first → resilient &amp; fast (14 green, ~40s on CI).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7A23"/>
                </a:solidFill>
              </a:rPr>
              <a:t>Scales &amp; onboards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Structure holds as the suite grows; the teach-me doc ramps newcomers. MCP enables AI-assisted authoring.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Disadvantages &amp; Trade-offs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</a:rPr>
              <a:t>Documentation overhead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9 artifacts to write and keep in sync; docs can drift from code (we had to update them when the fixture changed).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</a:rPr>
              <a:t>Process ceremony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Can feel heavy for tiny projects/teams; needs TEA discipline and a learning curve.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</a:rPr>
              <a:t>Subjective risk scoring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Probability × impact estimates vary by author; priorities are only as good as the inputs.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</a:rPr>
              <a:t>ATDD scaffolds can rot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Deferred red-phase tests (e.g. REQ-11) linger if not activated — and dropped our gate to CONCERNS.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</a:rPr>
              <a:t>Does not fix the environment</a:t>
            </a:r>
            <a:endParaRPr lang="en-US" sz="1400" dirty="0"/>
          </a:p>
          <a:p>
            <a:pPr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External SUT flakiness, shared creds, per-test login cost, CI nuances (headed Chrome) still require engineering.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 — When TEA Pays Off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CFDF5"/>
          </a:solidFill>
          <a:ln w="15240">
            <a:solidFill>
              <a:srgbClr val="2EA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23"/>
                </a:solidFill>
              </a:rPr>
              <a:t>Use TEA when…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Quality is business-critical or regulated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Multiple teams / long-lived product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You need an auditable ship decision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Coverage must be defensible, not anecdotal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The suite will grow over time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Lighten it when…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Short-lived spike or throwaway prototype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Solo dev, very small surface area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No release-gate stakeholders to satisfy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Then: keep risk design + standards, trim heavy docs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Mitigation: automate artifact generation, review docs in the same PR as code, and schedule ATDD activation so scaffolds don’t rot.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AD33"/>
                </a:solidFill>
              </a:rPr>
              <a:t>9 workflows · 1 honest gate · measurable 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Repo: github.com/AlexAI22/BMadTestArhitect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BMad Method — TEA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9 TEA Workflows — Deep Dive</dc:title>
  <dc:subject>PptxGenJS Presentation</dc:subject>
  <dc:creator>Test Engineering Architect</dc:creator>
  <cp:lastModifiedBy>Test Engineering Architect</cp:lastModifiedBy>
  <cp:revision>1</cp:revision>
  <dcterms:created xsi:type="dcterms:W3CDTF">2026-06-18T13:00:52Z</dcterms:created>
  <dcterms:modified xsi:type="dcterms:W3CDTF">2026-06-18T13:00:52Z</dcterms:modified>
</cp:coreProperties>
</file>